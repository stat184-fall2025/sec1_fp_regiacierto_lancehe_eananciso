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5143500" cx="9144000"/>
  <p:notesSz cx="6858000" cy="9144000"/>
  <p:embeddedFontLst>
    <p:embeddedFont>
      <p:font typeface="Roboto"/>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boldItalic.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Roboto-regular.fntdata"/><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font" Target="fonts/Roboto-italic.fntdata"/><Relationship Id="rId6" Type="http://schemas.openxmlformats.org/officeDocument/2006/relationships/slide" Target="slides/slide1.xml"/><Relationship Id="rId18" Type="http://schemas.openxmlformats.org/officeDocument/2006/relationships/font" Target="fonts/Roboto-bold.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c6f9e470d_0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c6f9e470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c6f9e470d_0_24: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c6f9e470d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afe94f2308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afe94f2308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afe94f2308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afe94f2308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afe94f2308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afe94f2308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afe94f2308_0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afe94f2308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afeb016a2a_2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afeb016a2a_2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afeb016a2a_2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3afeb016a2a_2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afeb016a2a_2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afeb016a2a_2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afeb016a2a_2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afeb016a2a_2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afeb016a2a_2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afeb016a2a_2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grpSp>
        <p:nvGrpSpPr>
          <p:cNvPr id="10" name="Google Shape;10;p2"/>
          <p:cNvGrpSpPr/>
          <p:nvPr/>
        </p:nvGrpSpPr>
        <p:grpSpPr>
          <a:xfrm>
            <a:off x="6098378" y="5"/>
            <a:ext cx="3045625" cy="2030570"/>
            <a:chOff x="6098378" y="5"/>
            <a:chExt cx="3045625" cy="2030570"/>
          </a:xfrm>
        </p:grpSpPr>
        <p:sp>
          <p:nvSpPr>
            <p:cNvPr id="11" name="Google Shape;11;p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598100" y="1775222"/>
            <a:ext cx="8222100" cy="8388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7" name="Google Shape;17;p2"/>
          <p:cNvSpPr txBox="1"/>
          <p:nvPr>
            <p:ph idx="1" type="subTitle"/>
          </p:nvPr>
        </p:nvSpPr>
        <p:spPr>
          <a:xfrm>
            <a:off x="598088" y="2715913"/>
            <a:ext cx="8222100" cy="4329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chemeClr val="lt1"/>
              </a:buClr>
              <a:buSzPts val="2100"/>
              <a:buNone/>
              <a:defRPr sz="2100">
                <a:solidFill>
                  <a:schemeClr val="lt1"/>
                </a:solidFill>
              </a:defRPr>
            </a:lvl1pPr>
            <a:lvl2pPr lvl="1">
              <a:lnSpc>
                <a:spcPct val="100000"/>
              </a:lnSpc>
              <a:spcBef>
                <a:spcPts val="0"/>
              </a:spcBef>
              <a:spcAft>
                <a:spcPts val="0"/>
              </a:spcAft>
              <a:buClr>
                <a:schemeClr val="lt1"/>
              </a:buClr>
              <a:buSzPts val="2100"/>
              <a:buNone/>
              <a:defRPr sz="2100">
                <a:solidFill>
                  <a:schemeClr val="lt1"/>
                </a:solidFill>
              </a:defRPr>
            </a:lvl2pPr>
            <a:lvl3pPr lvl="2">
              <a:lnSpc>
                <a:spcPct val="100000"/>
              </a:lnSpc>
              <a:spcBef>
                <a:spcPts val="0"/>
              </a:spcBef>
              <a:spcAft>
                <a:spcPts val="0"/>
              </a:spcAft>
              <a:buClr>
                <a:schemeClr val="lt1"/>
              </a:buClr>
              <a:buSzPts val="2100"/>
              <a:buNone/>
              <a:defRPr sz="2100">
                <a:solidFill>
                  <a:schemeClr val="lt1"/>
                </a:solidFill>
              </a:defRPr>
            </a:lvl3pPr>
            <a:lvl4pPr lvl="3">
              <a:lnSpc>
                <a:spcPct val="100000"/>
              </a:lnSpc>
              <a:spcBef>
                <a:spcPts val="0"/>
              </a:spcBef>
              <a:spcAft>
                <a:spcPts val="0"/>
              </a:spcAft>
              <a:buClr>
                <a:schemeClr val="lt1"/>
              </a:buClr>
              <a:buSzPts val="2100"/>
              <a:buNone/>
              <a:defRPr sz="2100">
                <a:solidFill>
                  <a:schemeClr val="lt1"/>
                </a:solidFill>
              </a:defRPr>
            </a:lvl4pPr>
            <a:lvl5pPr lvl="4">
              <a:lnSpc>
                <a:spcPct val="100000"/>
              </a:lnSpc>
              <a:spcBef>
                <a:spcPts val="0"/>
              </a:spcBef>
              <a:spcAft>
                <a:spcPts val="0"/>
              </a:spcAft>
              <a:buClr>
                <a:schemeClr val="lt1"/>
              </a:buClr>
              <a:buSzPts val="2100"/>
              <a:buNone/>
              <a:defRPr sz="2100">
                <a:solidFill>
                  <a:schemeClr val="lt1"/>
                </a:solidFill>
              </a:defRPr>
            </a:lvl5pPr>
            <a:lvl6pPr lvl="5">
              <a:lnSpc>
                <a:spcPct val="100000"/>
              </a:lnSpc>
              <a:spcBef>
                <a:spcPts val="0"/>
              </a:spcBef>
              <a:spcAft>
                <a:spcPts val="0"/>
              </a:spcAft>
              <a:buClr>
                <a:schemeClr val="lt1"/>
              </a:buClr>
              <a:buSzPts val="2100"/>
              <a:buNone/>
              <a:defRPr sz="2100">
                <a:solidFill>
                  <a:schemeClr val="lt1"/>
                </a:solidFill>
              </a:defRPr>
            </a:lvl6pPr>
            <a:lvl7pPr lvl="6">
              <a:lnSpc>
                <a:spcPct val="100000"/>
              </a:lnSpc>
              <a:spcBef>
                <a:spcPts val="0"/>
              </a:spcBef>
              <a:spcAft>
                <a:spcPts val="0"/>
              </a:spcAft>
              <a:buClr>
                <a:schemeClr val="lt1"/>
              </a:buClr>
              <a:buSzPts val="2100"/>
              <a:buNone/>
              <a:defRPr sz="2100">
                <a:solidFill>
                  <a:schemeClr val="lt1"/>
                </a:solidFill>
              </a:defRPr>
            </a:lvl7pPr>
            <a:lvl8pPr lvl="7">
              <a:lnSpc>
                <a:spcPct val="100000"/>
              </a:lnSpc>
              <a:spcBef>
                <a:spcPts val="0"/>
              </a:spcBef>
              <a:spcAft>
                <a:spcPts val="0"/>
              </a:spcAft>
              <a:buClr>
                <a:schemeClr val="lt1"/>
              </a:buClr>
              <a:buSzPts val="2100"/>
              <a:buNone/>
              <a:defRPr sz="2100">
                <a:solidFill>
                  <a:schemeClr val="lt1"/>
                </a:solidFill>
              </a:defRPr>
            </a:lvl8pPr>
            <a:lvl9pPr lvl="8">
              <a:lnSpc>
                <a:spcPct val="100000"/>
              </a:lnSpc>
              <a:spcBef>
                <a:spcPts val="0"/>
              </a:spcBef>
              <a:spcAft>
                <a:spcPts val="0"/>
              </a:spcAft>
              <a:buClr>
                <a:schemeClr val="lt1"/>
              </a:buClr>
              <a:buSzPts val="2100"/>
              <a:buNone/>
              <a:defRPr sz="2100">
                <a:solidFill>
                  <a:schemeClr val="lt1"/>
                </a:solidFill>
              </a:defRPr>
            </a:lvl9pPr>
          </a:lstStyle>
          <a:p/>
        </p:txBody>
      </p:sp>
      <p:sp>
        <p:nvSpPr>
          <p:cNvPr id="18" name="Google Shape;18;p2"/>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9" name="Shape 19"/>
        <p:cNvGrpSpPr/>
        <p:nvPr/>
      </p:nvGrpSpPr>
      <p:grpSpPr>
        <a:xfrm>
          <a:off x="0" y="0"/>
          <a:ext cx="0" cy="0"/>
          <a:chOff x="0" y="0"/>
          <a:chExt cx="0" cy="0"/>
        </a:xfrm>
      </p:grpSpPr>
      <p:grpSp>
        <p:nvGrpSpPr>
          <p:cNvPr id="20" name="Google Shape;20;p3"/>
          <p:cNvGrpSpPr/>
          <p:nvPr/>
        </p:nvGrpSpPr>
        <p:grpSpPr>
          <a:xfrm>
            <a:off x="6098378" y="5"/>
            <a:ext cx="3045625" cy="2030570"/>
            <a:chOff x="6098378" y="5"/>
            <a:chExt cx="3045625" cy="2030570"/>
          </a:xfrm>
        </p:grpSpPr>
        <p:sp>
          <p:nvSpPr>
            <p:cNvPr id="21" name="Google Shape;21;p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Google Shape;26;p3"/>
          <p:cNvSpPr txBox="1"/>
          <p:nvPr>
            <p:ph type="title"/>
          </p:nvPr>
        </p:nvSpPr>
        <p:spPr>
          <a:xfrm>
            <a:off x="598100" y="2152347"/>
            <a:ext cx="8222100" cy="8388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27" name="Google Shape;27;p3"/>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8" name="Shape 28"/>
        <p:cNvGrpSpPr/>
        <p:nvPr/>
      </p:nvGrpSpPr>
      <p:grpSpPr>
        <a:xfrm>
          <a:off x="0" y="0"/>
          <a:ext cx="0" cy="0"/>
          <a:chOff x="0" y="0"/>
          <a:chExt cx="0" cy="0"/>
        </a:xfrm>
      </p:grpSpPr>
      <p:grpSp>
        <p:nvGrpSpPr>
          <p:cNvPr id="29" name="Google Shape;29;p4"/>
          <p:cNvGrpSpPr/>
          <p:nvPr/>
        </p:nvGrpSpPr>
        <p:grpSpPr>
          <a:xfrm>
            <a:off x="0" y="3903669"/>
            <a:ext cx="9144000" cy="1239925"/>
            <a:chOff x="0" y="3903669"/>
            <a:chExt cx="9144000" cy="1239925"/>
          </a:xfrm>
        </p:grpSpPr>
        <p:sp>
          <p:nvSpPr>
            <p:cNvPr id="30" name="Google Shape;30;p4"/>
            <p:cNvSpPr/>
            <p:nvPr/>
          </p:nvSpPr>
          <p:spPr>
            <a:xfrm>
              <a:off x="8154895"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flipH="1">
              <a:off x="6181163"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p:nvPr/>
          </p:nvSpPr>
          <p:spPr>
            <a:xfrm>
              <a:off x="7170274" y="3903669"/>
              <a:ext cx="989100" cy="9879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4"/>
            <p:cNvSpPr/>
            <p:nvPr/>
          </p:nvSpPr>
          <p:spPr>
            <a:xfrm rot="10800000">
              <a:off x="8154757" y="3903682"/>
              <a:ext cx="989100" cy="9879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4"/>
            <p:cNvSpPr/>
            <p:nvPr/>
          </p:nvSpPr>
          <p:spPr>
            <a:xfrm>
              <a:off x="0" y="4891594"/>
              <a:ext cx="9144000" cy="2520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 name="Google Shape;35;p4"/>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6" name="Google Shape;36;p4"/>
          <p:cNvSpPr txBox="1"/>
          <p:nvPr>
            <p:ph idx="1" type="body"/>
          </p:nvPr>
        </p:nvSpPr>
        <p:spPr>
          <a:xfrm>
            <a:off x="311700" y="1229875"/>
            <a:ext cx="8520600" cy="33390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37" name="Google Shape;37;p4"/>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8" name="Shape 38"/>
        <p:cNvGrpSpPr/>
        <p:nvPr/>
      </p:nvGrpSpPr>
      <p:grpSpPr>
        <a:xfrm>
          <a:off x="0" y="0"/>
          <a:ext cx="0" cy="0"/>
          <a:chOff x="0" y="0"/>
          <a:chExt cx="0" cy="0"/>
        </a:xfrm>
      </p:grpSpPr>
      <p:sp>
        <p:nvSpPr>
          <p:cNvPr id="39" name="Google Shape;39;p5"/>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0" name="Google Shape;40;p5"/>
          <p:cNvSpPr txBox="1"/>
          <p:nvPr>
            <p:ph idx="1" type="body"/>
          </p:nvPr>
        </p:nvSpPr>
        <p:spPr>
          <a:xfrm>
            <a:off x="311700" y="1229975"/>
            <a:ext cx="3999900" cy="3339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41" name="Google Shape;41;p5"/>
          <p:cNvSpPr txBox="1"/>
          <p:nvPr>
            <p:ph idx="2" type="body"/>
          </p:nvPr>
        </p:nvSpPr>
        <p:spPr>
          <a:xfrm>
            <a:off x="4832400" y="1229975"/>
            <a:ext cx="3999900" cy="3339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42" name="Google Shape;42;p5"/>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3" name="Shape 43"/>
        <p:cNvGrpSpPr/>
        <p:nvPr/>
      </p:nvGrpSpPr>
      <p:grpSpPr>
        <a:xfrm>
          <a:off x="0" y="0"/>
          <a:ext cx="0" cy="0"/>
          <a:chOff x="0" y="0"/>
          <a:chExt cx="0" cy="0"/>
        </a:xfrm>
      </p:grpSpPr>
      <p:sp>
        <p:nvSpPr>
          <p:cNvPr id="44" name="Google Shape;44;p6"/>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5" name="Google Shape;45;p6"/>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6" name="Shape 46"/>
        <p:cNvGrpSpPr/>
        <p:nvPr/>
      </p:nvGrpSpPr>
      <p:grpSpPr>
        <a:xfrm>
          <a:off x="0" y="0"/>
          <a:ext cx="0" cy="0"/>
          <a:chOff x="0" y="0"/>
          <a:chExt cx="0" cy="0"/>
        </a:xfrm>
      </p:grpSpPr>
      <p:sp>
        <p:nvSpPr>
          <p:cNvPr id="47" name="Google Shape;47;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8" name="Google Shape;48;p7"/>
          <p:cNvSpPr txBox="1"/>
          <p:nvPr>
            <p:ph idx="1" type="body"/>
          </p:nvPr>
        </p:nvSpPr>
        <p:spPr>
          <a:xfrm>
            <a:off x="311700" y="1465804"/>
            <a:ext cx="2808000" cy="31032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49" name="Google Shape;49;p7"/>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4"/>
        </a:solidFill>
      </p:bgPr>
    </p:bg>
    <p:spTree>
      <p:nvGrpSpPr>
        <p:cNvPr id="50" name="Shape 50"/>
        <p:cNvGrpSpPr/>
        <p:nvPr/>
      </p:nvGrpSpPr>
      <p:grpSpPr>
        <a:xfrm>
          <a:off x="0" y="0"/>
          <a:ext cx="0" cy="0"/>
          <a:chOff x="0" y="0"/>
          <a:chExt cx="0" cy="0"/>
        </a:xfrm>
      </p:grpSpPr>
      <p:grpSp>
        <p:nvGrpSpPr>
          <p:cNvPr id="51" name="Google Shape;51;p8"/>
          <p:cNvGrpSpPr/>
          <p:nvPr/>
        </p:nvGrpSpPr>
        <p:grpSpPr>
          <a:xfrm>
            <a:off x="6098378" y="5"/>
            <a:ext cx="3045625" cy="2030570"/>
            <a:chOff x="6098378" y="5"/>
            <a:chExt cx="3045625" cy="2030570"/>
          </a:xfrm>
        </p:grpSpPr>
        <p:sp>
          <p:nvSpPr>
            <p:cNvPr id="52" name="Google Shape;52;p8"/>
            <p:cNvSpPr/>
            <p:nvPr/>
          </p:nvSpPr>
          <p:spPr>
            <a:xfrm>
              <a:off x="8128803" y="16"/>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8"/>
            <p:cNvSpPr/>
            <p:nvPr/>
          </p:nvSpPr>
          <p:spPr>
            <a:xfrm flipH="1">
              <a:off x="7113463" y="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8"/>
            <p:cNvSpPr/>
            <p:nvPr/>
          </p:nvSpPr>
          <p:spPr>
            <a:xfrm flipH="1" rot="10800000">
              <a:off x="7113588" y="107"/>
              <a:ext cx="1015200" cy="10152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8"/>
            <p:cNvSpPr/>
            <p:nvPr/>
          </p:nvSpPr>
          <p:spPr>
            <a:xfrm rot="10800000">
              <a:off x="6098378" y="97"/>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8"/>
            <p:cNvSpPr/>
            <p:nvPr/>
          </p:nvSpPr>
          <p:spPr>
            <a:xfrm rot="10800000">
              <a:off x="8128789" y="101537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7" name="Google Shape;57;p8"/>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58" name="Google Shape;58;p8"/>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9" name="Shape 59"/>
        <p:cNvGrpSpPr/>
        <p:nvPr/>
      </p:nvGrpSpPr>
      <p:grpSpPr>
        <a:xfrm>
          <a:off x="0" y="0"/>
          <a:ext cx="0" cy="0"/>
          <a:chOff x="0" y="0"/>
          <a:chExt cx="0" cy="0"/>
        </a:xfrm>
      </p:grpSpPr>
      <p:sp>
        <p:nvSpPr>
          <p:cNvPr id="60" name="Google Shape;60;p9"/>
          <p:cNvSpPr/>
          <p:nvPr/>
        </p:nvSpPr>
        <p:spPr>
          <a:xfrm>
            <a:off x="4572000" y="-17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1" name="Google Shape;61;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62" name="Google Shape;62;p9"/>
          <p:cNvSpPr txBox="1"/>
          <p:nvPr>
            <p:ph type="title"/>
          </p:nvPr>
        </p:nvSpPr>
        <p:spPr>
          <a:xfrm>
            <a:off x="265500" y="1151100"/>
            <a:ext cx="4045200" cy="15645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63" name="Google Shape;63;p9"/>
          <p:cNvSpPr txBox="1"/>
          <p:nvPr>
            <p:ph idx="1" type="subTitle"/>
          </p:nvPr>
        </p:nvSpPr>
        <p:spPr>
          <a:xfrm>
            <a:off x="265500" y="2769001"/>
            <a:ext cx="4045200" cy="12693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64" name="Google Shape;64;p9"/>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1600"/>
              </a:spcBef>
              <a:spcAft>
                <a:spcPts val="0"/>
              </a:spcAft>
              <a:buClr>
                <a:schemeClr val="lt1"/>
              </a:buClr>
              <a:buSzPts val="1400"/>
              <a:buChar char="○"/>
              <a:defRPr>
                <a:solidFill>
                  <a:schemeClr val="lt1"/>
                </a:solidFill>
              </a:defRPr>
            </a:lvl2pPr>
            <a:lvl3pPr indent="-317500" lvl="2" marL="1371600">
              <a:spcBef>
                <a:spcPts val="1600"/>
              </a:spcBef>
              <a:spcAft>
                <a:spcPts val="0"/>
              </a:spcAft>
              <a:buClr>
                <a:schemeClr val="lt1"/>
              </a:buClr>
              <a:buSzPts val="1400"/>
              <a:buChar char="■"/>
              <a:defRPr>
                <a:solidFill>
                  <a:schemeClr val="lt1"/>
                </a:solidFill>
              </a:defRPr>
            </a:lvl3pPr>
            <a:lvl4pPr indent="-317500" lvl="3" marL="1828800">
              <a:spcBef>
                <a:spcPts val="1600"/>
              </a:spcBef>
              <a:spcAft>
                <a:spcPts val="0"/>
              </a:spcAft>
              <a:buClr>
                <a:schemeClr val="lt1"/>
              </a:buClr>
              <a:buSzPts val="1400"/>
              <a:buChar char="●"/>
              <a:defRPr>
                <a:solidFill>
                  <a:schemeClr val="lt1"/>
                </a:solidFill>
              </a:defRPr>
            </a:lvl4pPr>
            <a:lvl5pPr indent="-317500" lvl="4" marL="2286000">
              <a:spcBef>
                <a:spcPts val="1600"/>
              </a:spcBef>
              <a:spcAft>
                <a:spcPts val="0"/>
              </a:spcAft>
              <a:buClr>
                <a:schemeClr val="lt1"/>
              </a:buClr>
              <a:buSzPts val="1400"/>
              <a:buChar char="○"/>
              <a:defRPr>
                <a:solidFill>
                  <a:schemeClr val="lt1"/>
                </a:solidFill>
              </a:defRPr>
            </a:lvl5pPr>
            <a:lvl6pPr indent="-317500" lvl="5" marL="2743200">
              <a:spcBef>
                <a:spcPts val="1600"/>
              </a:spcBef>
              <a:spcAft>
                <a:spcPts val="0"/>
              </a:spcAft>
              <a:buClr>
                <a:schemeClr val="lt1"/>
              </a:buClr>
              <a:buSzPts val="1400"/>
              <a:buChar char="■"/>
              <a:defRPr>
                <a:solidFill>
                  <a:schemeClr val="lt1"/>
                </a:solidFill>
              </a:defRPr>
            </a:lvl6pPr>
            <a:lvl7pPr indent="-317500" lvl="6" marL="3200400">
              <a:spcBef>
                <a:spcPts val="1600"/>
              </a:spcBef>
              <a:spcAft>
                <a:spcPts val="0"/>
              </a:spcAft>
              <a:buClr>
                <a:schemeClr val="lt1"/>
              </a:buClr>
              <a:buSzPts val="1400"/>
              <a:buChar char="●"/>
              <a:defRPr>
                <a:solidFill>
                  <a:schemeClr val="lt1"/>
                </a:solidFill>
              </a:defRPr>
            </a:lvl7pPr>
            <a:lvl8pPr indent="-317500" lvl="7" marL="3657600">
              <a:spcBef>
                <a:spcPts val="1600"/>
              </a:spcBef>
              <a:spcAft>
                <a:spcPts val="0"/>
              </a:spcAft>
              <a:buClr>
                <a:schemeClr val="lt1"/>
              </a:buClr>
              <a:buSzPts val="1400"/>
              <a:buChar char="○"/>
              <a:defRPr>
                <a:solidFill>
                  <a:schemeClr val="lt1"/>
                </a:solidFill>
              </a:defRPr>
            </a:lvl8pPr>
            <a:lvl9pPr indent="-317500" lvl="8" marL="4114800">
              <a:spcBef>
                <a:spcPts val="1600"/>
              </a:spcBef>
              <a:spcAft>
                <a:spcPts val="1600"/>
              </a:spcAft>
              <a:buClr>
                <a:schemeClr val="lt1"/>
              </a:buClr>
              <a:buSzPts val="1400"/>
              <a:buChar char="■"/>
              <a:defRPr>
                <a:solidFill>
                  <a:schemeClr val="lt1"/>
                </a:solidFill>
              </a:defRPr>
            </a:lvl9pPr>
          </a:lstStyle>
          <a:p/>
        </p:txBody>
      </p:sp>
      <p:sp>
        <p:nvSpPr>
          <p:cNvPr id="65" name="Google Shape;65;p9"/>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6" name="Shape 66"/>
        <p:cNvGrpSpPr/>
        <p:nvPr/>
      </p:nvGrpSpPr>
      <p:grpSpPr>
        <a:xfrm>
          <a:off x="0" y="0"/>
          <a:ext cx="0" cy="0"/>
          <a:chOff x="0" y="0"/>
          <a:chExt cx="0" cy="0"/>
        </a:xfrm>
      </p:grpSpPr>
      <p:sp>
        <p:nvSpPr>
          <p:cNvPr id="67" name="Google Shape;67;p10"/>
          <p:cNvSpPr txBox="1"/>
          <p:nvPr>
            <p:ph idx="1" type="body"/>
          </p:nvPr>
        </p:nvSpPr>
        <p:spPr>
          <a:xfrm>
            <a:off x="319500" y="423057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68" name="Google Shape;68;p10"/>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9" name="Shape 69"/>
        <p:cNvGrpSpPr/>
        <p:nvPr/>
      </p:nvGrpSpPr>
      <p:grpSpPr>
        <a:xfrm>
          <a:off x="0" y="0"/>
          <a:ext cx="0" cy="0"/>
          <a:chOff x="0" y="0"/>
          <a:chExt cx="0" cy="0"/>
        </a:xfrm>
      </p:grpSpPr>
      <p:grpSp>
        <p:nvGrpSpPr>
          <p:cNvPr id="70" name="Google Shape;70;p11"/>
          <p:cNvGrpSpPr/>
          <p:nvPr/>
        </p:nvGrpSpPr>
        <p:grpSpPr>
          <a:xfrm>
            <a:off x="6098378" y="5"/>
            <a:ext cx="3045625" cy="2030570"/>
            <a:chOff x="6098378" y="5"/>
            <a:chExt cx="3045625" cy="2030570"/>
          </a:xfrm>
        </p:grpSpPr>
        <p:sp>
          <p:nvSpPr>
            <p:cNvPr id="71" name="Google Shape;71;p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11"/>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11"/>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6" name="Google Shape;76;p11"/>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77" name="Google Shape;77;p11"/>
          <p:cNvSpPr txBox="1"/>
          <p:nvPr>
            <p:ph idx="1" type="body"/>
          </p:nvPr>
        </p:nvSpPr>
        <p:spPr>
          <a:xfrm>
            <a:off x="311700" y="3369225"/>
            <a:ext cx="8520600" cy="12819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1600"/>
              </a:spcBef>
              <a:spcAft>
                <a:spcPts val="0"/>
              </a:spcAft>
              <a:buClr>
                <a:schemeClr val="lt1"/>
              </a:buClr>
              <a:buSzPts val="1400"/>
              <a:buChar char="○"/>
              <a:defRPr>
                <a:solidFill>
                  <a:schemeClr val="lt1"/>
                </a:solidFill>
              </a:defRPr>
            </a:lvl2pPr>
            <a:lvl3pPr indent="-317500" lvl="2" marL="1371600" algn="ctr">
              <a:spcBef>
                <a:spcPts val="1600"/>
              </a:spcBef>
              <a:spcAft>
                <a:spcPts val="0"/>
              </a:spcAft>
              <a:buClr>
                <a:schemeClr val="lt1"/>
              </a:buClr>
              <a:buSzPts val="1400"/>
              <a:buChar char="■"/>
              <a:defRPr>
                <a:solidFill>
                  <a:schemeClr val="lt1"/>
                </a:solidFill>
              </a:defRPr>
            </a:lvl3pPr>
            <a:lvl4pPr indent="-317500" lvl="3" marL="1828800" algn="ctr">
              <a:spcBef>
                <a:spcPts val="1600"/>
              </a:spcBef>
              <a:spcAft>
                <a:spcPts val="0"/>
              </a:spcAft>
              <a:buClr>
                <a:schemeClr val="lt1"/>
              </a:buClr>
              <a:buSzPts val="1400"/>
              <a:buChar char="●"/>
              <a:defRPr>
                <a:solidFill>
                  <a:schemeClr val="lt1"/>
                </a:solidFill>
              </a:defRPr>
            </a:lvl4pPr>
            <a:lvl5pPr indent="-317500" lvl="4" marL="2286000" algn="ctr">
              <a:spcBef>
                <a:spcPts val="1600"/>
              </a:spcBef>
              <a:spcAft>
                <a:spcPts val="0"/>
              </a:spcAft>
              <a:buClr>
                <a:schemeClr val="lt1"/>
              </a:buClr>
              <a:buSzPts val="1400"/>
              <a:buChar char="○"/>
              <a:defRPr>
                <a:solidFill>
                  <a:schemeClr val="lt1"/>
                </a:solidFill>
              </a:defRPr>
            </a:lvl5pPr>
            <a:lvl6pPr indent="-317500" lvl="5" marL="2743200" algn="ctr">
              <a:spcBef>
                <a:spcPts val="1600"/>
              </a:spcBef>
              <a:spcAft>
                <a:spcPts val="0"/>
              </a:spcAft>
              <a:buClr>
                <a:schemeClr val="lt1"/>
              </a:buClr>
              <a:buSzPts val="1400"/>
              <a:buChar char="■"/>
              <a:defRPr>
                <a:solidFill>
                  <a:schemeClr val="lt1"/>
                </a:solidFill>
              </a:defRPr>
            </a:lvl6pPr>
            <a:lvl7pPr indent="-317500" lvl="6" marL="3200400" algn="ctr">
              <a:spcBef>
                <a:spcPts val="1600"/>
              </a:spcBef>
              <a:spcAft>
                <a:spcPts val="0"/>
              </a:spcAft>
              <a:buClr>
                <a:schemeClr val="lt1"/>
              </a:buClr>
              <a:buSzPts val="1400"/>
              <a:buChar char="●"/>
              <a:defRPr>
                <a:solidFill>
                  <a:schemeClr val="lt1"/>
                </a:solidFill>
              </a:defRPr>
            </a:lvl7pPr>
            <a:lvl8pPr indent="-317500" lvl="7" marL="3657600" algn="ctr">
              <a:spcBef>
                <a:spcPts val="1600"/>
              </a:spcBef>
              <a:spcAft>
                <a:spcPts val="0"/>
              </a:spcAft>
              <a:buClr>
                <a:schemeClr val="lt1"/>
              </a:buClr>
              <a:buSzPts val="1400"/>
              <a:buChar char="○"/>
              <a:defRPr>
                <a:solidFill>
                  <a:schemeClr val="lt1"/>
                </a:solidFill>
              </a:defRPr>
            </a:lvl8pPr>
            <a:lvl9pPr indent="-317500" lvl="8" marL="4114800" algn="ctr">
              <a:spcBef>
                <a:spcPts val="1600"/>
              </a:spcBef>
              <a:spcAft>
                <a:spcPts val="1600"/>
              </a:spcAft>
              <a:buClr>
                <a:schemeClr val="lt1"/>
              </a:buClr>
              <a:buSzPts val="1400"/>
              <a:buChar char="■"/>
              <a:defRPr>
                <a:solidFill>
                  <a:schemeClr val="lt1"/>
                </a:solidFill>
              </a:defRPr>
            </a:lvl9pPr>
          </a:lstStyle>
          <a:p/>
        </p:txBody>
      </p:sp>
      <p:sp>
        <p:nvSpPr>
          <p:cNvPr id="78" name="Google Shape;78;p11"/>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9" name="Shape 79"/>
        <p:cNvGrpSpPr/>
        <p:nvPr/>
      </p:nvGrpSpPr>
      <p:grpSpPr>
        <a:xfrm>
          <a:off x="0" y="0"/>
          <a:ext cx="0" cy="0"/>
          <a:chOff x="0" y="0"/>
          <a:chExt cx="0" cy="0"/>
        </a:xfrm>
      </p:grpSpPr>
      <p:sp>
        <p:nvSpPr>
          <p:cNvPr id="80" name="Google Shape;80;p12"/>
          <p:cNvSpPr txBox="1"/>
          <p:nvPr>
            <p:ph idx="12" type="sldNum"/>
          </p:nvPr>
        </p:nvSpPr>
        <p:spPr>
          <a:xfrm>
            <a:off x="8460431" y="4651190"/>
            <a:ext cx="548700" cy="393600"/>
          </a:xfrm>
          <a:prstGeom prst="rect">
            <a:avLst/>
          </a:prstGeom>
        </p:spPr>
        <p:txBody>
          <a:bodyPr anchorCtr="0" anchor="ctr" bIns="91425" lIns="91425" spcFirstLastPara="1" rIns="91425" wrap="square" tIns="91425">
            <a:no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Font typeface="Roboto"/>
              <a:buChar char="●"/>
              <a:defRPr sz="1800">
                <a:solidFill>
                  <a:schemeClr val="dk2"/>
                </a:solidFill>
                <a:latin typeface="Roboto"/>
                <a:ea typeface="Roboto"/>
                <a:cs typeface="Roboto"/>
                <a:sym typeface="Roboto"/>
              </a:defRPr>
            </a:lvl1pPr>
            <a:lvl2pPr indent="-317500" lvl="1" marL="914400">
              <a:lnSpc>
                <a:spcPct val="115000"/>
              </a:lnSpc>
              <a:spcBef>
                <a:spcPts val="1600"/>
              </a:spcBef>
              <a:spcAft>
                <a:spcPts val="0"/>
              </a:spcAft>
              <a:buClr>
                <a:schemeClr val="dk2"/>
              </a:buClr>
              <a:buSzPts val="1400"/>
              <a:buFont typeface="Roboto"/>
              <a:buChar char="○"/>
              <a:defRPr>
                <a:solidFill>
                  <a:schemeClr val="dk2"/>
                </a:solidFill>
                <a:latin typeface="Roboto"/>
                <a:ea typeface="Roboto"/>
                <a:cs typeface="Roboto"/>
                <a:sym typeface="Roboto"/>
              </a:defRPr>
            </a:lvl2pPr>
            <a:lvl3pPr indent="-317500" lvl="2" marL="1371600">
              <a:lnSpc>
                <a:spcPct val="115000"/>
              </a:lnSpc>
              <a:spcBef>
                <a:spcPts val="1600"/>
              </a:spcBef>
              <a:spcAft>
                <a:spcPts val="0"/>
              </a:spcAft>
              <a:buClr>
                <a:schemeClr val="dk2"/>
              </a:buClr>
              <a:buSzPts val="1400"/>
              <a:buFont typeface="Roboto"/>
              <a:buChar char="■"/>
              <a:defRPr>
                <a:solidFill>
                  <a:schemeClr val="dk2"/>
                </a:solidFill>
                <a:latin typeface="Roboto"/>
                <a:ea typeface="Roboto"/>
                <a:cs typeface="Roboto"/>
                <a:sym typeface="Roboto"/>
              </a:defRPr>
            </a:lvl3pPr>
            <a:lvl4pPr indent="-317500" lvl="3" marL="1828800">
              <a:lnSpc>
                <a:spcPct val="115000"/>
              </a:lnSpc>
              <a:spcBef>
                <a:spcPts val="1600"/>
              </a:spcBef>
              <a:spcAft>
                <a:spcPts val="0"/>
              </a:spcAft>
              <a:buClr>
                <a:schemeClr val="dk2"/>
              </a:buClr>
              <a:buSzPts val="1400"/>
              <a:buFont typeface="Roboto"/>
              <a:buChar char="●"/>
              <a:defRPr>
                <a:solidFill>
                  <a:schemeClr val="dk2"/>
                </a:solidFill>
                <a:latin typeface="Roboto"/>
                <a:ea typeface="Roboto"/>
                <a:cs typeface="Roboto"/>
                <a:sym typeface="Roboto"/>
              </a:defRPr>
            </a:lvl4pPr>
            <a:lvl5pPr indent="-317500" lvl="4" marL="2286000">
              <a:lnSpc>
                <a:spcPct val="115000"/>
              </a:lnSpc>
              <a:spcBef>
                <a:spcPts val="1600"/>
              </a:spcBef>
              <a:spcAft>
                <a:spcPts val="0"/>
              </a:spcAft>
              <a:buClr>
                <a:schemeClr val="dk2"/>
              </a:buClr>
              <a:buSzPts val="1400"/>
              <a:buFont typeface="Roboto"/>
              <a:buChar char="○"/>
              <a:defRPr>
                <a:solidFill>
                  <a:schemeClr val="dk2"/>
                </a:solidFill>
                <a:latin typeface="Roboto"/>
                <a:ea typeface="Roboto"/>
                <a:cs typeface="Roboto"/>
                <a:sym typeface="Roboto"/>
              </a:defRPr>
            </a:lvl5pPr>
            <a:lvl6pPr indent="-317500" lvl="5" marL="2743200">
              <a:lnSpc>
                <a:spcPct val="115000"/>
              </a:lnSpc>
              <a:spcBef>
                <a:spcPts val="1600"/>
              </a:spcBef>
              <a:spcAft>
                <a:spcPts val="0"/>
              </a:spcAft>
              <a:buClr>
                <a:schemeClr val="dk2"/>
              </a:buClr>
              <a:buSzPts val="1400"/>
              <a:buFont typeface="Roboto"/>
              <a:buChar char="■"/>
              <a:defRPr>
                <a:solidFill>
                  <a:schemeClr val="dk2"/>
                </a:solidFill>
                <a:latin typeface="Roboto"/>
                <a:ea typeface="Roboto"/>
                <a:cs typeface="Roboto"/>
                <a:sym typeface="Roboto"/>
              </a:defRPr>
            </a:lvl6pPr>
            <a:lvl7pPr indent="-317500" lvl="6" marL="3200400">
              <a:lnSpc>
                <a:spcPct val="115000"/>
              </a:lnSpc>
              <a:spcBef>
                <a:spcPts val="1600"/>
              </a:spcBef>
              <a:spcAft>
                <a:spcPts val="0"/>
              </a:spcAft>
              <a:buClr>
                <a:schemeClr val="dk2"/>
              </a:buClr>
              <a:buSzPts val="1400"/>
              <a:buFont typeface="Roboto"/>
              <a:buChar char="●"/>
              <a:defRPr>
                <a:solidFill>
                  <a:schemeClr val="dk2"/>
                </a:solidFill>
                <a:latin typeface="Roboto"/>
                <a:ea typeface="Roboto"/>
                <a:cs typeface="Roboto"/>
                <a:sym typeface="Roboto"/>
              </a:defRPr>
            </a:lvl7pPr>
            <a:lvl8pPr indent="-317500" lvl="7" marL="3657600">
              <a:lnSpc>
                <a:spcPct val="115000"/>
              </a:lnSpc>
              <a:spcBef>
                <a:spcPts val="1600"/>
              </a:spcBef>
              <a:spcAft>
                <a:spcPts val="0"/>
              </a:spcAft>
              <a:buClr>
                <a:schemeClr val="dk2"/>
              </a:buClr>
              <a:buSzPts val="1400"/>
              <a:buFont typeface="Roboto"/>
              <a:buChar char="○"/>
              <a:defRPr>
                <a:solidFill>
                  <a:schemeClr val="dk2"/>
                </a:solidFill>
                <a:latin typeface="Roboto"/>
                <a:ea typeface="Roboto"/>
                <a:cs typeface="Roboto"/>
                <a:sym typeface="Roboto"/>
              </a:defRPr>
            </a:lvl8pPr>
            <a:lvl9pPr indent="-317500" lvl="8" marL="4114800">
              <a:lnSpc>
                <a:spcPct val="115000"/>
              </a:lnSpc>
              <a:spcBef>
                <a:spcPts val="1600"/>
              </a:spcBef>
              <a:spcAft>
                <a:spcPts val="1600"/>
              </a:spcAft>
              <a:buClr>
                <a:schemeClr val="dk2"/>
              </a:buClr>
              <a:buSzPts val="1400"/>
              <a:buFont typeface="Roboto"/>
              <a:buChar char="■"/>
              <a:defRPr>
                <a:solidFill>
                  <a:schemeClr val="dk2"/>
                </a:solidFill>
                <a:latin typeface="Roboto"/>
                <a:ea typeface="Roboto"/>
                <a:cs typeface="Roboto"/>
                <a:sym typeface="Roboto"/>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txBox="1"/>
          <p:nvPr>
            <p:ph type="ctrTitle"/>
          </p:nvPr>
        </p:nvSpPr>
        <p:spPr>
          <a:xfrm>
            <a:off x="598100" y="1775222"/>
            <a:ext cx="8222100" cy="8388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City Proper vs. Urban Area: Visualizing Global Population Density</a:t>
            </a:r>
            <a:endParaRPr/>
          </a:p>
        </p:txBody>
      </p:sp>
      <p:sp>
        <p:nvSpPr>
          <p:cNvPr id="86" name="Google Shape;86;p13"/>
          <p:cNvSpPr txBox="1"/>
          <p:nvPr>
            <p:ph idx="1" type="subTitle"/>
          </p:nvPr>
        </p:nvSpPr>
        <p:spPr>
          <a:xfrm>
            <a:off x="598088" y="3320588"/>
            <a:ext cx="8222100" cy="432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Ean Anciso, Regi Acierto, Lance He​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Introduction &amp; Objective</a:t>
            </a:r>
            <a:endParaRPr/>
          </a:p>
        </p:txBody>
      </p:sp>
      <p:sp>
        <p:nvSpPr>
          <p:cNvPr id="92" name="Google Shape;92;p14"/>
          <p:cNvSpPr/>
          <p:nvPr/>
        </p:nvSpPr>
        <p:spPr>
          <a:xfrm>
            <a:off x="432350" y="1304875"/>
            <a:ext cx="2469300" cy="607800"/>
          </a:xfrm>
          <a:prstGeom prst="homePlate">
            <a:avLst>
              <a:gd fmla="val 50000" name="adj"/>
            </a:avLst>
          </a:prstGeom>
          <a:solidFill>
            <a:schemeClr val="dk1"/>
          </a:solidFill>
          <a:ln>
            <a:noFill/>
          </a:ln>
        </p:spPr>
        <p:txBody>
          <a:bodyPr anchorCtr="0" anchor="ctr" bIns="121875" lIns="121875" spcFirstLastPara="1" rIns="121875" wrap="square" tIns="121875">
            <a:noAutofit/>
          </a:bodyPr>
          <a:lstStyle/>
          <a:p>
            <a:pPr indent="0" lvl="0" marL="0" rtl="0" algn="l">
              <a:spcBef>
                <a:spcPts val="0"/>
              </a:spcBef>
              <a:spcAft>
                <a:spcPts val="0"/>
              </a:spcAft>
              <a:buNone/>
            </a:pPr>
            <a:r>
              <a:t/>
            </a:r>
            <a:endParaRPr/>
          </a:p>
        </p:txBody>
      </p:sp>
      <p:sp>
        <p:nvSpPr>
          <p:cNvPr id="93" name="Google Shape;93;p14"/>
          <p:cNvSpPr txBox="1"/>
          <p:nvPr>
            <p:ph idx="4294967295" type="body"/>
          </p:nvPr>
        </p:nvSpPr>
        <p:spPr>
          <a:xfrm>
            <a:off x="432350" y="1451576"/>
            <a:ext cx="2257200" cy="314400"/>
          </a:xfrm>
          <a:prstGeom prst="rect">
            <a:avLst/>
          </a:prstGeom>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en">
                <a:solidFill>
                  <a:schemeClr val="lt1"/>
                </a:solidFill>
              </a:rPr>
              <a:t>Goal</a:t>
            </a:r>
            <a:endParaRPr>
              <a:solidFill>
                <a:schemeClr val="lt1"/>
              </a:solidFill>
            </a:endParaRPr>
          </a:p>
        </p:txBody>
      </p:sp>
      <p:sp>
        <p:nvSpPr>
          <p:cNvPr id="94" name="Google Shape;94;p14"/>
          <p:cNvSpPr txBox="1"/>
          <p:nvPr>
            <p:ph idx="4294967295" type="body"/>
          </p:nvPr>
        </p:nvSpPr>
        <p:spPr>
          <a:xfrm>
            <a:off x="432350" y="2070575"/>
            <a:ext cx="2471700" cy="2650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b="1" sz="1600"/>
          </a:p>
          <a:p>
            <a:pPr indent="0" lvl="0" marL="0" rtl="0" algn="l">
              <a:spcBef>
                <a:spcPts val="800"/>
              </a:spcBef>
              <a:spcAft>
                <a:spcPts val="800"/>
              </a:spcAft>
              <a:buNone/>
            </a:pPr>
            <a:r>
              <a:rPr lang="en" sz="1500"/>
              <a:t>To analyze the relationship between city area and population for the world's largest cities.</a:t>
            </a:r>
            <a:endParaRPr sz="1500"/>
          </a:p>
        </p:txBody>
      </p:sp>
      <p:sp>
        <p:nvSpPr>
          <p:cNvPr id="95" name="Google Shape;95;p14"/>
          <p:cNvSpPr/>
          <p:nvPr/>
        </p:nvSpPr>
        <p:spPr>
          <a:xfrm>
            <a:off x="3044777" y="1304875"/>
            <a:ext cx="2760600" cy="607800"/>
          </a:xfrm>
          <a:prstGeom prst="chevron">
            <a:avLst>
              <a:gd fmla="val 50000" name="adj"/>
            </a:avLst>
          </a:prstGeom>
          <a:solidFill>
            <a:schemeClr val="dk1"/>
          </a:solidFill>
          <a:ln>
            <a:noFill/>
          </a:ln>
        </p:spPr>
        <p:txBody>
          <a:bodyPr anchorCtr="0" anchor="ctr" bIns="121875" lIns="121875" spcFirstLastPara="1" rIns="121875" wrap="square" tIns="121875">
            <a:noAutofit/>
          </a:bodyPr>
          <a:lstStyle/>
          <a:p>
            <a:pPr indent="0" lvl="0" marL="0" rtl="0" algn="l">
              <a:spcBef>
                <a:spcPts val="0"/>
              </a:spcBef>
              <a:spcAft>
                <a:spcPts val="0"/>
              </a:spcAft>
              <a:buNone/>
            </a:pPr>
            <a:r>
              <a:t/>
            </a:r>
            <a:endParaRPr/>
          </a:p>
        </p:txBody>
      </p:sp>
      <p:sp>
        <p:nvSpPr>
          <p:cNvPr id="96" name="Google Shape;96;p14"/>
          <p:cNvSpPr txBox="1"/>
          <p:nvPr>
            <p:ph idx="4294967295" type="body"/>
          </p:nvPr>
        </p:nvSpPr>
        <p:spPr>
          <a:xfrm>
            <a:off x="3336150" y="1451576"/>
            <a:ext cx="2257200" cy="314400"/>
          </a:xfrm>
          <a:prstGeom prst="rect">
            <a:avLst/>
          </a:prstGeom>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en">
                <a:solidFill>
                  <a:schemeClr val="lt1"/>
                </a:solidFill>
              </a:rPr>
              <a:t>The Problem</a:t>
            </a:r>
            <a:endParaRPr>
              <a:solidFill>
                <a:schemeClr val="lt1"/>
              </a:solidFill>
            </a:endParaRPr>
          </a:p>
        </p:txBody>
      </p:sp>
      <p:sp>
        <p:nvSpPr>
          <p:cNvPr id="97" name="Google Shape;97;p14"/>
          <p:cNvSpPr txBox="1"/>
          <p:nvPr>
            <p:ph idx="4294967295" type="body"/>
          </p:nvPr>
        </p:nvSpPr>
        <p:spPr>
          <a:xfrm>
            <a:off x="3336146" y="2070575"/>
            <a:ext cx="2471700" cy="2650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b="1" sz="1600"/>
          </a:p>
          <a:p>
            <a:pPr indent="0" lvl="0" marL="0" rtl="0" algn="l">
              <a:spcBef>
                <a:spcPts val="800"/>
              </a:spcBef>
              <a:spcAft>
                <a:spcPts val="0"/>
              </a:spcAft>
              <a:buNone/>
            </a:pPr>
            <a:r>
              <a:rPr lang="en" sz="1500"/>
              <a:t>"How big is a city?" is a hard question. </a:t>
            </a:r>
            <a:endParaRPr sz="1500"/>
          </a:p>
          <a:p>
            <a:pPr indent="0" lvl="0" marL="0" rtl="0" algn="l">
              <a:spcBef>
                <a:spcPts val="800"/>
              </a:spcBef>
              <a:spcAft>
                <a:spcPts val="800"/>
              </a:spcAft>
              <a:buNone/>
            </a:pPr>
            <a:r>
              <a:rPr lang="en" sz="1500"/>
              <a:t>Are we counting the administrative limits </a:t>
            </a:r>
            <a:r>
              <a:rPr b="1" lang="en" sz="1500"/>
              <a:t>(City Proper)</a:t>
            </a:r>
            <a:r>
              <a:rPr lang="en" sz="1500"/>
              <a:t> or the continuous built-up environment </a:t>
            </a:r>
            <a:r>
              <a:rPr b="1" lang="en" sz="1500"/>
              <a:t>(Urban Area)</a:t>
            </a:r>
            <a:r>
              <a:rPr lang="en" sz="1500"/>
              <a:t>?</a:t>
            </a:r>
            <a:endParaRPr sz="1500"/>
          </a:p>
        </p:txBody>
      </p:sp>
      <p:sp>
        <p:nvSpPr>
          <p:cNvPr id="98" name="Google Shape;98;p14"/>
          <p:cNvSpPr/>
          <p:nvPr/>
        </p:nvSpPr>
        <p:spPr>
          <a:xfrm>
            <a:off x="5948502" y="1304875"/>
            <a:ext cx="2760600" cy="607800"/>
          </a:xfrm>
          <a:prstGeom prst="chevron">
            <a:avLst>
              <a:gd fmla="val 50000" name="adj"/>
            </a:avLst>
          </a:prstGeom>
          <a:solidFill>
            <a:schemeClr val="dk1"/>
          </a:solidFill>
          <a:ln>
            <a:noFill/>
          </a:ln>
        </p:spPr>
        <p:txBody>
          <a:bodyPr anchorCtr="0" anchor="ctr" bIns="121875" lIns="121875" spcFirstLastPara="1" rIns="121875" wrap="square" tIns="121875">
            <a:noAutofit/>
          </a:bodyPr>
          <a:lstStyle/>
          <a:p>
            <a:pPr indent="0" lvl="0" marL="0" rtl="0" algn="l">
              <a:spcBef>
                <a:spcPts val="0"/>
              </a:spcBef>
              <a:spcAft>
                <a:spcPts val="0"/>
              </a:spcAft>
              <a:buNone/>
            </a:pPr>
            <a:r>
              <a:t/>
            </a:r>
            <a:endParaRPr/>
          </a:p>
        </p:txBody>
      </p:sp>
      <p:sp>
        <p:nvSpPr>
          <p:cNvPr id="99" name="Google Shape;99;p14"/>
          <p:cNvSpPr txBox="1"/>
          <p:nvPr>
            <p:ph idx="4294967295" type="body"/>
          </p:nvPr>
        </p:nvSpPr>
        <p:spPr>
          <a:xfrm>
            <a:off x="6254233" y="1451576"/>
            <a:ext cx="2257200" cy="314400"/>
          </a:xfrm>
          <a:prstGeom prst="rect">
            <a:avLst/>
          </a:prstGeom>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en">
                <a:solidFill>
                  <a:schemeClr val="lt1"/>
                </a:solidFill>
              </a:rPr>
              <a:t>Target</a:t>
            </a:r>
            <a:endParaRPr>
              <a:solidFill>
                <a:schemeClr val="lt1"/>
              </a:solidFill>
            </a:endParaRPr>
          </a:p>
        </p:txBody>
      </p:sp>
      <p:sp>
        <p:nvSpPr>
          <p:cNvPr id="100" name="Google Shape;100;p14"/>
          <p:cNvSpPr txBox="1"/>
          <p:nvPr>
            <p:ph idx="4294967295" type="body"/>
          </p:nvPr>
        </p:nvSpPr>
        <p:spPr>
          <a:xfrm>
            <a:off x="6254226" y="2070575"/>
            <a:ext cx="2471700" cy="2650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600"/>
          </a:p>
          <a:p>
            <a:pPr indent="0" lvl="0" marL="0" rtl="0" algn="l">
              <a:spcBef>
                <a:spcPts val="800"/>
              </a:spcBef>
              <a:spcAft>
                <a:spcPts val="800"/>
              </a:spcAft>
              <a:buNone/>
            </a:pPr>
            <a:r>
              <a:rPr lang="en" sz="1500"/>
              <a:t>We focused on comparing major economies: </a:t>
            </a:r>
            <a:r>
              <a:rPr b="1" lang="en" sz="1500"/>
              <a:t>China, India, and the United States, Brazil, Japan, and Indonesia</a:t>
            </a:r>
            <a:endParaRPr b="1" sz="15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5"/>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Methodology</a:t>
            </a:r>
            <a:endParaRPr/>
          </a:p>
        </p:txBody>
      </p:sp>
      <p:sp>
        <p:nvSpPr>
          <p:cNvPr id="106" name="Google Shape;106;p15"/>
          <p:cNvSpPr txBox="1"/>
          <p:nvPr>
            <p:ph idx="1" type="body"/>
          </p:nvPr>
        </p:nvSpPr>
        <p:spPr>
          <a:xfrm>
            <a:off x="311700" y="1229875"/>
            <a:ext cx="5020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000000"/>
                </a:solidFill>
              </a:rPr>
              <a:t>Data Source</a:t>
            </a:r>
            <a:r>
              <a:rPr lang="en" sz="1300">
                <a:solidFill>
                  <a:srgbClr val="000000"/>
                </a:solidFill>
              </a:rPr>
              <a:t>: Scraped the "List of largest cities" from Wikipedia using the rvest library in R.</a:t>
            </a:r>
            <a:endParaRPr sz="1300">
              <a:solidFill>
                <a:srgbClr val="000000"/>
              </a:solidFill>
            </a:endParaRPr>
          </a:p>
          <a:p>
            <a:pPr indent="0" lvl="0" marL="0" rtl="0" algn="l">
              <a:spcBef>
                <a:spcPts val="1600"/>
              </a:spcBef>
              <a:spcAft>
                <a:spcPts val="0"/>
              </a:spcAft>
              <a:buNone/>
            </a:pPr>
            <a:r>
              <a:rPr lang="en" sz="1300">
                <a:solidFill>
                  <a:srgbClr val="000000"/>
                </a:solidFill>
              </a:rPr>
              <a:t>https://en.wikipedia.org/wiki/List_of_largest_cities</a:t>
            </a:r>
            <a:endParaRPr sz="1300">
              <a:solidFill>
                <a:srgbClr val="000000"/>
              </a:solidFill>
            </a:endParaRPr>
          </a:p>
          <a:p>
            <a:pPr indent="0" lvl="0" marL="0" rtl="0" algn="l">
              <a:lnSpc>
                <a:spcPct val="150000"/>
              </a:lnSpc>
              <a:spcBef>
                <a:spcPts val="1600"/>
              </a:spcBef>
              <a:spcAft>
                <a:spcPts val="1200"/>
              </a:spcAft>
              <a:buNone/>
            </a:pPr>
            <a:r>
              <a:t/>
            </a:r>
            <a:endParaRPr sz="1300"/>
          </a:p>
        </p:txBody>
      </p:sp>
      <p:pic>
        <p:nvPicPr>
          <p:cNvPr id="107" name="Google Shape;107;p15"/>
          <p:cNvPicPr preferRelativeResize="0"/>
          <p:nvPr/>
        </p:nvPicPr>
        <p:blipFill>
          <a:blip r:embed="rId3">
            <a:alphaModFix/>
          </a:blip>
          <a:stretch>
            <a:fillRect/>
          </a:stretch>
        </p:blipFill>
        <p:spPr>
          <a:xfrm>
            <a:off x="311700" y="2311875"/>
            <a:ext cx="4876801" cy="2468701"/>
          </a:xfrm>
          <a:prstGeom prst="rect">
            <a:avLst/>
          </a:prstGeom>
          <a:noFill/>
          <a:ln>
            <a:noFill/>
          </a:ln>
        </p:spPr>
      </p:pic>
      <p:pic>
        <p:nvPicPr>
          <p:cNvPr id="108" name="Google Shape;108;p15"/>
          <p:cNvPicPr preferRelativeResize="0"/>
          <p:nvPr/>
        </p:nvPicPr>
        <p:blipFill>
          <a:blip r:embed="rId4">
            <a:alphaModFix/>
          </a:blip>
          <a:stretch>
            <a:fillRect/>
          </a:stretch>
        </p:blipFill>
        <p:spPr>
          <a:xfrm>
            <a:off x="5855150" y="480575"/>
            <a:ext cx="3015474" cy="33025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Methodology</a:t>
            </a:r>
            <a:endParaRPr/>
          </a:p>
        </p:txBody>
      </p:sp>
      <p:sp>
        <p:nvSpPr>
          <p:cNvPr id="114" name="Google Shape;114;p16"/>
          <p:cNvSpPr txBox="1"/>
          <p:nvPr>
            <p:ph idx="1" type="body"/>
          </p:nvPr>
        </p:nvSpPr>
        <p:spPr>
          <a:xfrm>
            <a:off x="311700" y="1229875"/>
            <a:ext cx="48441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solidFill>
                  <a:srgbClr val="000000"/>
                </a:solidFill>
              </a:rPr>
              <a:t>Wrangling</a:t>
            </a:r>
            <a:r>
              <a:rPr lang="en" sz="1300">
                <a:solidFill>
                  <a:srgbClr val="000000"/>
                </a:solidFill>
              </a:rPr>
              <a:t>:</a:t>
            </a:r>
            <a:endParaRPr sz="1300">
              <a:solidFill>
                <a:srgbClr val="000000"/>
              </a:solidFill>
            </a:endParaRPr>
          </a:p>
          <a:p>
            <a:pPr indent="-311150" lvl="0" marL="457200" rtl="0" algn="l">
              <a:lnSpc>
                <a:spcPct val="150000"/>
              </a:lnSpc>
              <a:spcBef>
                <a:spcPts val="1600"/>
              </a:spcBef>
              <a:spcAft>
                <a:spcPts val="0"/>
              </a:spcAft>
              <a:buClr>
                <a:srgbClr val="000000"/>
              </a:buClr>
              <a:buSzPts val="1300"/>
              <a:buFont typeface="Arial"/>
              <a:buChar char="●"/>
            </a:pPr>
            <a:r>
              <a:rPr b="1" lang="en" sz="1300">
                <a:solidFill>
                  <a:srgbClr val="000000"/>
                </a:solidFill>
              </a:rPr>
              <a:t>Messy Headers</a:t>
            </a:r>
            <a:r>
              <a:rPr lang="en" sz="1300">
                <a:solidFill>
                  <a:srgbClr val="000000"/>
                </a:solidFill>
              </a:rPr>
              <a:t>: The raw data had double headers (garbage rows) which we had to programmatically remove.</a:t>
            </a:r>
            <a:endParaRPr sz="1300">
              <a:solidFill>
                <a:srgbClr val="000000"/>
              </a:solidFill>
            </a:endParaRPr>
          </a:p>
          <a:p>
            <a:pPr indent="-311150" lvl="0" marL="457200" rtl="0" algn="l">
              <a:lnSpc>
                <a:spcPct val="150000"/>
              </a:lnSpc>
              <a:spcBef>
                <a:spcPts val="0"/>
              </a:spcBef>
              <a:spcAft>
                <a:spcPts val="0"/>
              </a:spcAft>
              <a:buClr>
                <a:srgbClr val="000000"/>
              </a:buClr>
              <a:buSzPts val="1300"/>
              <a:buFont typeface="Arial"/>
              <a:buChar char="●"/>
            </a:pPr>
            <a:r>
              <a:rPr b="1" lang="en" sz="1300">
                <a:solidFill>
                  <a:srgbClr val="000000"/>
                </a:solidFill>
              </a:rPr>
              <a:t>Inconsistent Data</a:t>
            </a:r>
            <a:r>
              <a:rPr lang="en" sz="1300">
                <a:solidFill>
                  <a:srgbClr val="000000"/>
                </a:solidFill>
              </a:rPr>
              <a:t>: Many cities were missing "Metropolitan" data, so we filtered specifically for rows that had valid "City Proper" and "Urban Area" data to maximize our sample size.</a:t>
            </a:r>
            <a:endParaRPr sz="1300">
              <a:solidFill>
                <a:srgbClr val="000000"/>
              </a:solidFill>
            </a:endParaRPr>
          </a:p>
          <a:p>
            <a:pPr indent="-311150" lvl="0" marL="457200" rtl="0" algn="l">
              <a:lnSpc>
                <a:spcPct val="150000"/>
              </a:lnSpc>
              <a:spcBef>
                <a:spcPts val="0"/>
              </a:spcBef>
              <a:spcAft>
                <a:spcPts val="0"/>
              </a:spcAft>
              <a:buClr>
                <a:srgbClr val="000000"/>
              </a:buClr>
              <a:buSzPts val="1300"/>
              <a:buFont typeface="Arial"/>
              <a:buChar char="●"/>
            </a:pPr>
            <a:r>
              <a:rPr b="1" lang="en" sz="1300">
                <a:solidFill>
                  <a:srgbClr val="000000"/>
                </a:solidFill>
              </a:rPr>
              <a:t>Data Types</a:t>
            </a:r>
            <a:r>
              <a:rPr lang="en" sz="1300">
                <a:solidFill>
                  <a:srgbClr val="000000"/>
                </a:solidFill>
              </a:rPr>
              <a:t>: Converted text like "10,154,134" into numeric data for analysis.</a:t>
            </a:r>
            <a:endParaRPr/>
          </a:p>
        </p:txBody>
      </p:sp>
      <p:pic>
        <p:nvPicPr>
          <p:cNvPr id="115" name="Google Shape;115;p16" title="Screenshot 2025-12-12 005137.png"/>
          <p:cNvPicPr preferRelativeResize="0"/>
          <p:nvPr/>
        </p:nvPicPr>
        <p:blipFill>
          <a:blip r:embed="rId3">
            <a:alphaModFix/>
          </a:blip>
          <a:stretch>
            <a:fillRect/>
          </a:stretch>
        </p:blipFill>
        <p:spPr>
          <a:xfrm>
            <a:off x="5281725" y="199725"/>
            <a:ext cx="3683401" cy="364621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7"/>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Statistical Analysis</a:t>
            </a:r>
            <a:endParaRPr/>
          </a:p>
        </p:txBody>
      </p:sp>
      <p:sp>
        <p:nvSpPr>
          <p:cNvPr id="121" name="Google Shape;121;p17"/>
          <p:cNvSpPr txBox="1"/>
          <p:nvPr>
            <p:ph idx="1" type="body"/>
          </p:nvPr>
        </p:nvSpPr>
        <p:spPr>
          <a:xfrm>
            <a:off x="311700" y="1229875"/>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t/>
            </a:r>
            <a:endParaRPr/>
          </a:p>
        </p:txBody>
      </p:sp>
      <p:pic>
        <p:nvPicPr>
          <p:cNvPr id="122" name="Google Shape;122;p17" title="Screenshot 2025-12-12 003611.png"/>
          <p:cNvPicPr preferRelativeResize="0"/>
          <p:nvPr/>
        </p:nvPicPr>
        <p:blipFill>
          <a:blip r:embed="rId3">
            <a:alphaModFix/>
          </a:blip>
          <a:stretch>
            <a:fillRect/>
          </a:stretch>
        </p:blipFill>
        <p:spPr>
          <a:xfrm>
            <a:off x="518588" y="1229874"/>
            <a:ext cx="7059135" cy="1459725"/>
          </a:xfrm>
          <a:prstGeom prst="rect">
            <a:avLst/>
          </a:prstGeom>
          <a:noFill/>
          <a:ln>
            <a:noFill/>
          </a:ln>
        </p:spPr>
      </p:pic>
      <p:pic>
        <p:nvPicPr>
          <p:cNvPr id="123" name="Google Shape;123;p17"/>
          <p:cNvPicPr preferRelativeResize="0"/>
          <p:nvPr/>
        </p:nvPicPr>
        <p:blipFill>
          <a:blip r:embed="rId4">
            <a:alphaModFix/>
          </a:blip>
          <a:stretch>
            <a:fillRect/>
          </a:stretch>
        </p:blipFill>
        <p:spPr>
          <a:xfrm>
            <a:off x="518600" y="2780550"/>
            <a:ext cx="7032401" cy="14597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8"/>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Statistical Analysis</a:t>
            </a:r>
            <a:endParaRPr/>
          </a:p>
          <a:p>
            <a:pPr indent="0" lvl="0" marL="0" rtl="0" algn="l">
              <a:spcBef>
                <a:spcPts val="0"/>
              </a:spcBef>
              <a:spcAft>
                <a:spcPts val="0"/>
              </a:spcAft>
              <a:buNone/>
            </a:pPr>
            <a:r>
              <a:t/>
            </a:r>
            <a:endParaRPr/>
          </a:p>
        </p:txBody>
      </p:sp>
      <p:sp>
        <p:nvSpPr>
          <p:cNvPr id="129" name="Google Shape;129;p18"/>
          <p:cNvSpPr txBox="1"/>
          <p:nvPr>
            <p:ph idx="1" type="body"/>
          </p:nvPr>
        </p:nvSpPr>
        <p:spPr>
          <a:xfrm>
            <a:off x="311700" y="2803675"/>
            <a:ext cx="6189000" cy="14958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 sz="1200">
                <a:solidFill>
                  <a:srgbClr val="000000"/>
                </a:solidFill>
              </a:rPr>
              <a:t>Key Insight : The "City Proper" Anomaly</a:t>
            </a:r>
            <a:endParaRPr b="1" sz="1200">
              <a:solidFill>
                <a:srgbClr val="000000"/>
              </a:solidFill>
            </a:endParaRPr>
          </a:p>
          <a:p>
            <a:pPr indent="-304800" lvl="0" marL="457200" rtl="0" algn="l">
              <a:lnSpc>
                <a:spcPct val="150000"/>
              </a:lnSpc>
              <a:spcBef>
                <a:spcPts val="1600"/>
              </a:spcBef>
              <a:spcAft>
                <a:spcPts val="0"/>
              </a:spcAft>
              <a:buClr>
                <a:srgbClr val="000000"/>
              </a:buClr>
              <a:buSzPts val="1200"/>
              <a:buFont typeface="Arial"/>
              <a:buChar char="●"/>
            </a:pPr>
            <a:r>
              <a:rPr i="1" lang="en" sz="1200">
                <a:solidFill>
                  <a:srgbClr val="000000"/>
                </a:solidFill>
              </a:rPr>
              <a:t>Observation:</a:t>
            </a:r>
            <a:r>
              <a:rPr lang="en" sz="1200">
                <a:solidFill>
                  <a:srgbClr val="000000"/>
                </a:solidFill>
              </a:rPr>
              <a:t> You will likely see that Chinese cities have huge "City Proper" areas compared to the US or India.</a:t>
            </a:r>
            <a:endParaRPr sz="1200">
              <a:solidFill>
                <a:srgbClr val="000000"/>
              </a:solidFill>
            </a:endParaRPr>
          </a:p>
          <a:p>
            <a:pPr indent="-304800" lvl="0" marL="457200" rtl="0" algn="l">
              <a:lnSpc>
                <a:spcPct val="150000"/>
              </a:lnSpc>
              <a:spcBef>
                <a:spcPts val="0"/>
              </a:spcBef>
              <a:spcAft>
                <a:spcPts val="0"/>
              </a:spcAft>
              <a:buClr>
                <a:srgbClr val="000000"/>
              </a:buClr>
              <a:buSzPts val="1200"/>
              <a:buFont typeface="Roboto"/>
              <a:buChar char="●"/>
            </a:pPr>
            <a:r>
              <a:rPr lang="en" sz="1200">
                <a:solidFill>
                  <a:srgbClr val="000000"/>
                </a:solidFill>
              </a:rPr>
              <a:t>In China, a 'City Proper' often includes vast rural counties (municipalities), making their areas massive. In contrast, US cities often have small administrative boundaries (e.g., San Francisco is small, but its urban area is huge).</a:t>
            </a:r>
            <a:endParaRPr sz="1200">
              <a:solidFill>
                <a:srgbClr val="000000"/>
              </a:solidFill>
            </a:endParaRPr>
          </a:p>
          <a:p>
            <a:pPr indent="0" lvl="0" marL="0" rtl="0" algn="l">
              <a:spcBef>
                <a:spcPts val="1200"/>
              </a:spcBef>
              <a:spcAft>
                <a:spcPts val="0"/>
              </a:spcAft>
              <a:buNone/>
            </a:pPr>
            <a:r>
              <a:t/>
            </a:r>
            <a:endParaRPr/>
          </a:p>
          <a:p>
            <a:pPr indent="0" lvl="0" marL="0" rtl="0" algn="l">
              <a:spcBef>
                <a:spcPts val="1600"/>
              </a:spcBef>
              <a:spcAft>
                <a:spcPts val="1600"/>
              </a:spcAft>
              <a:buNone/>
            </a:pPr>
            <a:r>
              <a:t/>
            </a:r>
            <a:endParaRPr/>
          </a:p>
        </p:txBody>
      </p:sp>
      <p:pic>
        <p:nvPicPr>
          <p:cNvPr id="130" name="Google Shape;130;p18"/>
          <p:cNvPicPr preferRelativeResize="0"/>
          <p:nvPr/>
        </p:nvPicPr>
        <p:blipFill>
          <a:blip r:embed="rId3">
            <a:alphaModFix/>
          </a:blip>
          <a:stretch>
            <a:fillRect/>
          </a:stretch>
        </p:blipFill>
        <p:spPr>
          <a:xfrm>
            <a:off x="311700" y="1112025"/>
            <a:ext cx="7032401" cy="1459725"/>
          </a:xfrm>
          <a:prstGeom prst="rect">
            <a:avLst/>
          </a:prstGeom>
          <a:noFill/>
          <a:ln>
            <a:noFill/>
          </a:ln>
        </p:spPr>
      </p:pic>
      <p:sp>
        <p:nvSpPr>
          <p:cNvPr id="131" name="Google Shape;131;p18"/>
          <p:cNvSpPr/>
          <p:nvPr/>
        </p:nvSpPr>
        <p:spPr>
          <a:xfrm>
            <a:off x="6017875" y="1770349"/>
            <a:ext cx="255900" cy="143100"/>
          </a:xfrm>
          <a:prstGeom prst="roundRect">
            <a:avLst>
              <a:gd fmla="val 16667" name="adj"/>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19"/>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Visualizations</a:t>
            </a:r>
            <a:endParaRPr/>
          </a:p>
        </p:txBody>
      </p:sp>
      <p:pic>
        <p:nvPicPr>
          <p:cNvPr id="137" name="Google Shape;137;p19" title="city_proper_data_lineplot.png"/>
          <p:cNvPicPr preferRelativeResize="0"/>
          <p:nvPr/>
        </p:nvPicPr>
        <p:blipFill>
          <a:blip r:embed="rId3">
            <a:alphaModFix/>
          </a:blip>
          <a:stretch>
            <a:fillRect/>
          </a:stretch>
        </p:blipFill>
        <p:spPr>
          <a:xfrm>
            <a:off x="311700" y="1281375"/>
            <a:ext cx="3796850" cy="2899039"/>
          </a:xfrm>
          <a:prstGeom prst="rect">
            <a:avLst/>
          </a:prstGeom>
          <a:noFill/>
          <a:ln>
            <a:noFill/>
          </a:ln>
        </p:spPr>
      </p:pic>
      <p:pic>
        <p:nvPicPr>
          <p:cNvPr id="138" name="Google Shape;138;p19" title="urban_data_lineplot.png"/>
          <p:cNvPicPr preferRelativeResize="0"/>
          <p:nvPr/>
        </p:nvPicPr>
        <p:blipFill>
          <a:blip r:embed="rId4">
            <a:alphaModFix/>
          </a:blip>
          <a:stretch>
            <a:fillRect/>
          </a:stretch>
        </p:blipFill>
        <p:spPr>
          <a:xfrm>
            <a:off x="311700" y="1281375"/>
            <a:ext cx="3796850" cy="2899039"/>
          </a:xfrm>
          <a:prstGeom prst="rect">
            <a:avLst/>
          </a:prstGeom>
          <a:noFill/>
          <a:ln>
            <a:noFill/>
          </a:ln>
        </p:spPr>
      </p:pic>
      <p:pic>
        <p:nvPicPr>
          <p:cNvPr id="139" name="Google Shape;139;p19" title="city_proper_data_lineplot.png"/>
          <p:cNvPicPr preferRelativeResize="0"/>
          <p:nvPr/>
        </p:nvPicPr>
        <p:blipFill>
          <a:blip r:embed="rId3">
            <a:alphaModFix/>
          </a:blip>
          <a:stretch>
            <a:fillRect/>
          </a:stretch>
        </p:blipFill>
        <p:spPr>
          <a:xfrm>
            <a:off x="4819025" y="1281375"/>
            <a:ext cx="3796850" cy="28990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0"/>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Visualizations</a:t>
            </a:r>
            <a:endParaRPr/>
          </a:p>
        </p:txBody>
      </p:sp>
      <p:sp>
        <p:nvSpPr>
          <p:cNvPr id="145" name="Google Shape;145;p20"/>
          <p:cNvSpPr txBox="1"/>
          <p:nvPr>
            <p:ph idx="1" type="body"/>
          </p:nvPr>
        </p:nvSpPr>
        <p:spPr>
          <a:xfrm>
            <a:off x="311700" y="1229875"/>
            <a:ext cx="8520600" cy="3339000"/>
          </a:xfrm>
          <a:prstGeom prst="rect">
            <a:avLst/>
          </a:prstGeom>
        </p:spPr>
        <p:txBody>
          <a:bodyPr anchorCtr="0" anchor="t" bIns="91425" lIns="91425" spcFirstLastPara="1" rIns="91425" wrap="square" tIns="91425">
            <a:noAutofit/>
          </a:bodyPr>
          <a:lstStyle/>
          <a:p>
            <a:pPr indent="0" lvl="0" marL="0" rtl="0" algn="l">
              <a:lnSpc>
                <a:spcPct val="150000"/>
              </a:lnSpc>
              <a:spcBef>
                <a:spcPts val="1200"/>
              </a:spcBef>
              <a:spcAft>
                <a:spcPts val="0"/>
              </a:spcAft>
              <a:buNone/>
            </a:pPr>
            <a:r>
              <a:rPr b="1" lang="en" sz="1200">
                <a:solidFill>
                  <a:srgbClr val="000000"/>
                </a:solidFill>
              </a:rPr>
              <a:t>Why Log Scale?</a:t>
            </a:r>
            <a:endParaRPr b="1" sz="1200">
              <a:solidFill>
                <a:srgbClr val="000000"/>
              </a:solidFill>
            </a:endParaRPr>
          </a:p>
          <a:p>
            <a:pPr indent="-304800" lvl="0" marL="457200" rtl="0" algn="l">
              <a:lnSpc>
                <a:spcPct val="150000"/>
              </a:lnSpc>
              <a:spcBef>
                <a:spcPts val="1200"/>
              </a:spcBef>
              <a:spcAft>
                <a:spcPts val="0"/>
              </a:spcAft>
              <a:buClr>
                <a:srgbClr val="000000"/>
              </a:buClr>
              <a:buSzPts val="1200"/>
              <a:buFont typeface="Roboto"/>
              <a:buChar char="●"/>
            </a:pPr>
            <a:r>
              <a:rPr lang="en" sz="1200">
                <a:solidFill>
                  <a:srgbClr val="000000"/>
                </a:solidFill>
              </a:rPr>
              <a:t>We used a logarithmic scale (log10) for the axes because the difference between the smallest and largest cities is massive. A linear plot would squish most cities into a corner.</a:t>
            </a:r>
            <a:endParaRPr sz="1200">
              <a:solidFill>
                <a:srgbClr val="000000"/>
              </a:solidFill>
            </a:endParaRPr>
          </a:p>
          <a:p>
            <a:pPr indent="0" lvl="0" marL="0" rtl="0" algn="l">
              <a:lnSpc>
                <a:spcPct val="150000"/>
              </a:lnSpc>
              <a:spcBef>
                <a:spcPts val="1200"/>
              </a:spcBef>
              <a:spcAft>
                <a:spcPts val="0"/>
              </a:spcAft>
              <a:buNone/>
            </a:pPr>
            <a:r>
              <a:rPr b="1" lang="en" sz="1200">
                <a:solidFill>
                  <a:srgbClr val="000000"/>
                </a:solidFill>
              </a:rPr>
              <a:t>Plot A: Urban Area (Population vs. Area)</a:t>
            </a:r>
            <a:endParaRPr b="1" sz="1200">
              <a:solidFill>
                <a:srgbClr val="000000"/>
              </a:solidFill>
            </a:endParaRPr>
          </a:p>
          <a:p>
            <a:pPr indent="-304800" lvl="0" marL="457200" rtl="0" algn="l">
              <a:lnSpc>
                <a:spcPct val="150000"/>
              </a:lnSpc>
              <a:spcBef>
                <a:spcPts val="1200"/>
              </a:spcBef>
              <a:spcAft>
                <a:spcPts val="0"/>
              </a:spcAft>
              <a:buClr>
                <a:srgbClr val="000000"/>
              </a:buClr>
              <a:buSzPts val="1200"/>
              <a:buFont typeface="Roboto"/>
              <a:buChar char="●"/>
            </a:pPr>
            <a:r>
              <a:rPr lang="en" sz="1200">
                <a:solidFill>
                  <a:srgbClr val="000000"/>
                </a:solidFill>
              </a:rPr>
              <a:t>A strong positive correlation. As the built-up area grows, population grows.</a:t>
            </a:r>
            <a:endParaRPr sz="1200">
              <a:solidFill>
                <a:srgbClr val="000000"/>
              </a:solidFill>
            </a:endParaRPr>
          </a:p>
          <a:p>
            <a:pPr indent="0" lvl="0" marL="0" rtl="0" algn="l">
              <a:lnSpc>
                <a:spcPct val="150000"/>
              </a:lnSpc>
              <a:spcBef>
                <a:spcPts val="1200"/>
              </a:spcBef>
              <a:spcAft>
                <a:spcPts val="0"/>
              </a:spcAft>
              <a:buNone/>
            </a:pPr>
            <a:r>
              <a:rPr b="1" lang="en" sz="1200">
                <a:solidFill>
                  <a:srgbClr val="000000"/>
                </a:solidFill>
              </a:rPr>
              <a:t>Plot B: City Proper (Population vs. Area)</a:t>
            </a:r>
            <a:endParaRPr b="1" sz="1200">
              <a:solidFill>
                <a:srgbClr val="000000"/>
              </a:solidFill>
            </a:endParaRPr>
          </a:p>
          <a:p>
            <a:pPr indent="-304800" lvl="0" marL="457200" rtl="0" algn="l">
              <a:lnSpc>
                <a:spcPct val="150000"/>
              </a:lnSpc>
              <a:spcBef>
                <a:spcPts val="1200"/>
              </a:spcBef>
              <a:spcAft>
                <a:spcPts val="0"/>
              </a:spcAft>
              <a:buClr>
                <a:srgbClr val="000000"/>
              </a:buClr>
              <a:buSzPts val="1200"/>
              <a:buFont typeface="Roboto"/>
              <a:buChar char="●"/>
            </a:pPr>
            <a:r>
              <a:rPr i="1" lang="en" sz="1200">
                <a:solidFill>
                  <a:srgbClr val="000000"/>
                </a:solidFill>
              </a:rPr>
              <a:t>What to look for:</a:t>
            </a:r>
            <a:r>
              <a:rPr lang="en" sz="1200">
                <a:solidFill>
                  <a:srgbClr val="000000"/>
                </a:solidFill>
              </a:rPr>
              <a:t> This plot will be messier (more "scattered").</a:t>
            </a:r>
            <a:endParaRPr sz="1200">
              <a:solidFill>
                <a:srgbClr val="000000"/>
              </a:solidFill>
            </a:endParaRPr>
          </a:p>
          <a:p>
            <a:pPr indent="0" lvl="0" marL="0" rtl="0" algn="l">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50000"/>
              </a:lnSpc>
              <a:spcBef>
                <a:spcPts val="1200"/>
              </a:spcBef>
              <a:spcAft>
                <a:spcPts val="0"/>
              </a:spcAft>
              <a:buNone/>
            </a:pPr>
            <a:r>
              <a:t/>
            </a:r>
            <a:endParaRPr sz="1200">
              <a:solidFill>
                <a:srgbClr val="000000"/>
              </a:solidFill>
            </a:endParaRPr>
          </a:p>
          <a:p>
            <a:pPr indent="0" lvl="0" marL="0" rtl="0" algn="l">
              <a:spcBef>
                <a:spcPts val="1200"/>
              </a:spcBef>
              <a:spcAft>
                <a:spcPts val="160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Summary and Future Plans</a:t>
            </a:r>
            <a:endParaRPr/>
          </a:p>
        </p:txBody>
      </p:sp>
      <p:sp>
        <p:nvSpPr>
          <p:cNvPr id="151" name="Google Shape;151;p21"/>
          <p:cNvSpPr txBox="1"/>
          <p:nvPr>
            <p:ph idx="1" type="body"/>
          </p:nvPr>
        </p:nvSpPr>
        <p:spPr>
          <a:xfrm>
            <a:off x="311700" y="1321600"/>
            <a:ext cx="8520600" cy="2902800"/>
          </a:xfrm>
          <a:prstGeom prst="rect">
            <a:avLst/>
          </a:prstGeom>
        </p:spPr>
        <p:txBody>
          <a:bodyPr anchorCtr="0" anchor="t" bIns="91425" lIns="91425" spcFirstLastPara="1" rIns="91425" wrap="square" tIns="91425">
            <a:noAutofit/>
          </a:bodyPr>
          <a:lstStyle/>
          <a:p>
            <a:pPr indent="0" lvl="0" marL="0" rtl="0" algn="l">
              <a:lnSpc>
                <a:spcPct val="200000"/>
              </a:lnSpc>
              <a:spcBef>
                <a:spcPts val="0"/>
              </a:spcBef>
              <a:spcAft>
                <a:spcPts val="0"/>
              </a:spcAft>
              <a:buNone/>
            </a:pPr>
            <a:r>
              <a:rPr b="1" lang="en" sz="1200">
                <a:solidFill>
                  <a:srgbClr val="000000"/>
                </a:solidFill>
              </a:rPr>
              <a:t>Summary</a:t>
            </a:r>
            <a:endParaRPr b="1" sz="1200">
              <a:solidFill>
                <a:srgbClr val="000000"/>
              </a:solidFill>
            </a:endParaRPr>
          </a:p>
          <a:p>
            <a:pPr indent="-304800" lvl="0" marL="457200" rtl="0" algn="l">
              <a:lnSpc>
                <a:spcPct val="200000"/>
              </a:lnSpc>
              <a:spcBef>
                <a:spcPts val="1600"/>
              </a:spcBef>
              <a:spcAft>
                <a:spcPts val="0"/>
              </a:spcAft>
              <a:buClr>
                <a:srgbClr val="000000"/>
              </a:buClr>
              <a:buSzPts val="1200"/>
              <a:buChar char="●"/>
            </a:pPr>
            <a:r>
              <a:rPr lang="en" sz="1200">
                <a:solidFill>
                  <a:srgbClr val="000000"/>
                </a:solidFill>
              </a:rPr>
              <a:t>City Proper" is a political term; "Urban Area" is a geographical term. When comparing global urbanization, </a:t>
            </a:r>
            <a:r>
              <a:rPr b="1" lang="en" sz="1200">
                <a:solidFill>
                  <a:srgbClr val="000000"/>
                </a:solidFill>
              </a:rPr>
              <a:t>Urban Area</a:t>
            </a:r>
            <a:r>
              <a:rPr lang="en" sz="1200">
                <a:solidFill>
                  <a:srgbClr val="000000"/>
                </a:solidFill>
              </a:rPr>
              <a:t> is often the better metric because it ignores arbitrary borders.</a:t>
            </a:r>
            <a:endParaRPr sz="1200">
              <a:solidFill>
                <a:srgbClr val="000000"/>
              </a:solidFill>
            </a:endParaRPr>
          </a:p>
          <a:p>
            <a:pPr indent="0" lvl="0" marL="0" rtl="0" algn="l">
              <a:lnSpc>
                <a:spcPct val="200000"/>
              </a:lnSpc>
              <a:spcBef>
                <a:spcPts val="1600"/>
              </a:spcBef>
              <a:spcAft>
                <a:spcPts val="0"/>
              </a:spcAft>
              <a:buNone/>
            </a:pPr>
            <a:r>
              <a:rPr b="1" lang="en" sz="1200">
                <a:solidFill>
                  <a:srgbClr val="000000"/>
                </a:solidFill>
              </a:rPr>
              <a:t>Plans</a:t>
            </a:r>
            <a:endParaRPr b="1" sz="1200">
              <a:solidFill>
                <a:srgbClr val="000000"/>
              </a:solidFill>
            </a:endParaRPr>
          </a:p>
          <a:p>
            <a:pPr indent="-304800" lvl="0" marL="457200" rtl="0" algn="l">
              <a:lnSpc>
                <a:spcPct val="200000"/>
              </a:lnSpc>
              <a:spcBef>
                <a:spcPts val="1600"/>
              </a:spcBef>
              <a:spcAft>
                <a:spcPts val="0"/>
              </a:spcAft>
              <a:buClr>
                <a:srgbClr val="000000"/>
              </a:buClr>
              <a:buSzPts val="1200"/>
              <a:buChar char="●"/>
            </a:pPr>
            <a:r>
              <a:rPr lang="en" sz="1200">
                <a:solidFill>
                  <a:srgbClr val="000000"/>
                </a:solidFill>
              </a:rPr>
              <a:t>We could expand this by scraping historical data to see how these cities have grown over time.</a:t>
            </a:r>
            <a:endParaRPr sz="1200">
              <a:solidFill>
                <a:srgbClr val="000000"/>
              </a:solidFill>
            </a:endParaRPr>
          </a:p>
          <a:p>
            <a:pPr indent="-304800" lvl="0" marL="457200" rtl="0" algn="l">
              <a:lnSpc>
                <a:spcPct val="200000"/>
              </a:lnSpc>
              <a:spcBef>
                <a:spcPts val="0"/>
              </a:spcBef>
              <a:spcAft>
                <a:spcPts val="0"/>
              </a:spcAft>
              <a:buClr>
                <a:srgbClr val="000000"/>
              </a:buClr>
              <a:buSzPts val="1200"/>
              <a:buChar char="●"/>
            </a:pPr>
            <a:r>
              <a:rPr lang="en" sz="1200">
                <a:solidFill>
                  <a:srgbClr val="000000"/>
                </a:solidFill>
              </a:rPr>
              <a:t>Build a hypothesis testing model to validate our observations</a:t>
            </a:r>
            <a:endParaRPr sz="1200">
              <a:solidFill>
                <a:srgbClr val="000000"/>
              </a:solidFill>
            </a:endParaRPr>
          </a:p>
          <a:p>
            <a:pPr indent="0" lvl="0" marL="457200" rtl="0" algn="l">
              <a:spcBef>
                <a:spcPts val="1600"/>
              </a:spcBef>
              <a:spcAft>
                <a:spcPts val="0"/>
              </a:spcAft>
              <a:buNone/>
            </a:pPr>
            <a:r>
              <a:t/>
            </a:r>
            <a:endParaRPr/>
          </a:p>
          <a:p>
            <a:pPr indent="0" lvl="0" marL="0" rtl="0" algn="l">
              <a:spcBef>
                <a:spcPts val="1600"/>
              </a:spcBef>
              <a:spcAft>
                <a:spcPts val="160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22"/>
          <p:cNvSpPr txBox="1"/>
          <p:nvPr>
            <p:ph type="title"/>
          </p:nvPr>
        </p:nvSpPr>
        <p:spPr>
          <a:xfrm>
            <a:off x="265500" y="1151100"/>
            <a:ext cx="4045200" cy="1564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Challenges</a:t>
            </a:r>
            <a:endParaRPr/>
          </a:p>
        </p:txBody>
      </p:sp>
      <p:sp>
        <p:nvSpPr>
          <p:cNvPr id="157" name="Google Shape;157;p22"/>
          <p:cNvSpPr txBox="1"/>
          <p:nvPr>
            <p:ph idx="1" type="subTitle"/>
          </p:nvPr>
        </p:nvSpPr>
        <p:spPr>
          <a:xfrm>
            <a:off x="265500" y="2769001"/>
            <a:ext cx="4045200" cy="1269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58" name="Google Shape;158;p22"/>
          <p:cNvSpPr txBox="1"/>
          <p:nvPr>
            <p:ph idx="2" type="body"/>
          </p:nvPr>
        </p:nvSpPr>
        <p:spPr>
          <a:xfrm>
            <a:off x="4939500" y="724200"/>
            <a:ext cx="3837000" cy="3190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Working with simple data​ makes it hard to get insightful comparisons and relationships</a:t>
            </a:r>
            <a:endParaRPr/>
          </a:p>
          <a:p>
            <a:pPr indent="0" lvl="0" marL="0" rtl="0" algn="l">
              <a:spcBef>
                <a:spcPts val="1600"/>
              </a:spcBef>
              <a:spcAft>
                <a:spcPts val="0"/>
              </a:spcAft>
              <a:buNone/>
            </a:pPr>
            <a:r>
              <a:rPr lang="en"/>
              <a:t>Using github</a:t>
            </a:r>
            <a:endParaRPr/>
          </a:p>
          <a:p>
            <a:pPr indent="0" lvl="0" marL="0" rtl="0" algn="l">
              <a:spcBef>
                <a:spcPts val="1600"/>
              </a:spcBef>
              <a:spcAft>
                <a:spcPts val="1600"/>
              </a:spcAft>
              <a:buNone/>
            </a:pPr>
            <a:r>
              <a:rPr lang="en"/>
              <a:t>Finding places to work</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3"/>
          <p:cNvSpPr txBox="1"/>
          <p:nvPr>
            <p:ph type="title"/>
          </p:nvPr>
        </p:nvSpPr>
        <p:spPr>
          <a:xfrm>
            <a:off x="598100" y="2152347"/>
            <a:ext cx="8222100" cy="838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eometric">
  <a:themeElements>
    <a:clrScheme name="Geometric">
      <a:dk1>
        <a:srgbClr val="2A3990"/>
      </a:dk1>
      <a:lt1>
        <a:srgbClr val="FFFFFF"/>
      </a:lt1>
      <a:dk2>
        <a:srgbClr val="434343"/>
      </a:dk2>
      <a:lt2>
        <a:srgbClr val="999999"/>
      </a:lt2>
      <a:accent1>
        <a:srgbClr val="212D74"/>
      </a:accent1>
      <a:accent2>
        <a:srgbClr val="3949AB"/>
      </a:accent2>
      <a:accent3>
        <a:srgbClr val="9C254D"/>
      </a:accent3>
      <a:accent4>
        <a:srgbClr val="D23369"/>
      </a:accent4>
      <a:accent5>
        <a:srgbClr val="F06292"/>
      </a:accent5>
      <a:accent6>
        <a:srgbClr val="7890CD"/>
      </a:accent6>
      <a:hlink>
        <a:srgbClr val="F06292"/>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